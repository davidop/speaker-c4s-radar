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problema: los C4S aparecen y desaparecen antes de que reaccionemos. Presentar el objetivo: convertir la búsqueda de oportunidades en un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todavía en tecnología. El gancho es operativo: perder oportunidades no es falta de talento, es falta de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demo no pretende ser un CRM complejo, sino un producto mínimo útil que enseña estrategia.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concepto: Spark ayuda a imaginar la app, Copilot ayuda a implementarla y VS Code permite llevarla a un repositorio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un mapa para el público. Sirve también para recuperar la sesión si algo falla en Spark o en la conectividad.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archivo .prompts/spark-prompt.md. Explicar que Spark acelera el prototipo cuando el prompt ya contiene reglas de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una feature demasiado compleja. En escenario, Copilot luce mejor cuando el cambio es concreto y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que el repositorio es el producto de salida: presentación, demo, prompts y forma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una llamada a la acción: no depender de memoria, tabs abiertas o suerte. Usar el repositorio como punto de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conference_tech_presentation_scene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94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Call for Speakers Z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58368" y="107899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Entrena, aplica y conquista el escenario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94944" y="5989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PPT + demo · 45 minutos · GitHub Spark + Copilot + VS Code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enemigo no es el CFP: es la improvisación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Historia de apertura para conectar con cualquier speaker de comunidad.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46920" y="11430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🐉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Cuando quieres reaccionar… ya es tarde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2633472"/>
            <a:ext cx="5760720" cy="0"/>
          </a:xfrm>
          <a:prstGeom prst="line">
            <a:avLst/>
          </a:prstGeom>
          <a:noFill/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Detectar tarde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El Call for Speakers ya está abierto, pero nadie lo tenía en el radar.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19272"/>
            <a:ext cx="5760720" cy="0"/>
          </a:xfrm>
          <a:prstGeom prst="line">
            <a:avLst/>
          </a:prstGeom>
          <a:noFill/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Deadline invisible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34290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La fecha límite vive en un post, un formulario o una pestaña olvidada.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005072"/>
            <a:ext cx="5760720" cy="0"/>
          </a:xfrm>
          <a:prstGeom prst="line">
            <a:avLst/>
          </a:prstGeom>
          <a:noFill/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Propuestas dispersas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41148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Abstracts, ideas y versiones están repartidas entre notas, docs y memoria.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690872"/>
            <a:ext cx="5760720" cy="0"/>
          </a:xfrm>
          <a:prstGeom prst="line">
            <a:avLst/>
          </a:prstGeom>
          <a:noFill/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Seguimiento manual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4800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No sabes qué has enviado, qué falta revisar o qué fue aceptado.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solución: un scouter de oportunidades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Cuatro capacidades simples para cambiar la dinámica del speaker.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2423160" cy="3383280"/>
          </a:xfrm>
          <a:prstGeom prst="roundRect">
            <a:avLst>
              <a:gd name="adj" fmla="val 6792"/>
            </a:avLst>
          </a:prstGeom>
          <a:solidFill>
            <a:srgbClr val="1E293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🔎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Detectar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86968" y="32461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C4S activos por comunidad, formato, ciudad y tecnología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23160" cy="3383280"/>
          </a:xfrm>
          <a:prstGeom prst="roundRect">
            <a:avLst>
              <a:gd name="adj" fmla="val 6792"/>
            </a:avLst>
          </a:prstGeom>
          <a:solidFill>
            <a:srgbClr val="1E293B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75888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Priorizar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75888" y="32461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Deadlines a 7, 14 y 30 días con señales de riesgo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423160" cy="3383280"/>
          </a:xfrm>
          <a:prstGeom prst="roundRect">
            <a:avLst>
              <a:gd name="adj" fmla="val 6792"/>
            </a:avLst>
          </a:prstGeom>
          <a:solidFill>
            <a:srgbClr val="1E293B"/>
          </a:solidFill>
          <a:ln w="12700">
            <a:solidFill>
              <a:srgbClr val="2563EB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64808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Preparar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64808" y="32461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Biblioteca de charlas, abstracts, tags y niveles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52560" y="1645920"/>
            <a:ext cx="2423160" cy="3383280"/>
          </a:xfrm>
          <a:prstGeom prst="roundRect">
            <a:avLst>
              <a:gd name="adj" fmla="val 6792"/>
            </a:avLst>
          </a:prstGeom>
          <a:solidFill>
            <a:srgbClr val="1E293B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53728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Seguir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253728" y="32461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Pipeline de candidaturas desde idea hasta resultado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mental de la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Un flujo de trabajo entendible en 45 minutos y replicable después.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834640" cy="1234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Inputs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C4S, comunidades, posts, formularios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2651760"/>
            <a:ext cx="6858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2011680"/>
            <a:ext cx="2834640" cy="1234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C4S Scout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81728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Normaliza, prioriza y recomienda acción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2651760"/>
            <a:ext cx="6858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2011680"/>
            <a:ext cx="2834640" cy="1234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2240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Speaker 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30768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Propuestas, pipeline y plan semanal</a:t>
            </a:r>
            <a:endParaRPr lang="en-US" sz="1200" dirty="0"/>
          </a:p>
        </p:txBody>
      </p:sp>
      <p:pic>
        <p:nvPicPr>
          <p:cNvPr id="16" name="Image 0" descr="/mnt/data/a_wide_high_resolution_dark_themed_ui_dashboard_m_batch_2.png">    </p:cNvPr>
          <p:cNvPicPr>
            <a:picLocks noChangeAspect="1"/>
          </p:cNvPicPr>
          <p:nvPr/>
        </p:nvPicPr>
        <p:blipFill>
          <a:blip r:embed="rId1"/>
          <a:srcRect l="0" r="0" t="35193" b="35193"/>
          <a:stretch/>
        </p:blipFill>
        <p:spPr>
          <a:xfrm>
            <a:off x="777240" y="4069080"/>
            <a:ext cx="106984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Guion de demo en directo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Secuencia exacta para no perder ritmo durante la sesión.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417320" y="1371600"/>
            <a:ext cx="96012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527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Spark 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53619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Convertimos necesidades de speaker en una app inicial.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17320" y="2468880"/>
            <a:ext cx="96012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63347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KPIs, próximos deadlines y señales de riesgo.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417320" y="3566160"/>
            <a:ext cx="96012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721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373075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Movemos candidaturas entre Idea, Draft, Ready y Submitted.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417320" y="4663440"/>
            <a:ext cx="96012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818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Copilot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82803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Añadimos una regla: riesgo alto si quedan ≤7 días sin propuesta.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base para GitHub Spark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La calidad del prototipo empieza por especificar dominio, pantallas y reglas.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4480560"/>
          </a:xfrm>
          <a:prstGeom prst="roundRect">
            <a:avLst>
              <a:gd name="adj" fmla="val 3061"/>
            </a:avLst>
          </a:prstGeom>
          <a:solidFill>
            <a:srgbClr val="0F172A"/>
          </a:solidFill>
          <a:ln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00200"/>
            <a:ext cx="99669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Crea una app web llamada “C4S Scout” para speakers técnicos de comunidades GitHub y Microsoft…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Pantallas: Dashboard, Radar de oportunidades, Pipeline y Biblioteca de propuestas.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Reglas: priorizar deadlines a 7/14/30 días, marcar riesgo si no hay propuesta, incluir datos de ejemplo, UI oscura y lista para demo.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92640" y="45720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65792" y="5394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Spark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Momento Copilot: de prototipo a producto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Una mejora pequeña, visible y explicable.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937760" cy="438912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Prompt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251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Añade una función que marque como “riesgo alto” cualquier C4S cuyo deadline sea menor o igual a 7 días y que no tenga propuesta asociada.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4937760" cy="4389120"/>
          </a:xfrm>
          <a:prstGeom prst="roundRect">
            <a:avLst>
              <a:gd name="adj" fmla="val 3750"/>
            </a:avLst>
          </a:prstGeom>
          <a:solidFill>
            <a:srgbClr val="101827"/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Resultado observable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2240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✓ Regla encapsulada en JS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✓ Señal visual en cada tarjeta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✓ Criterio que el público entiende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20840" y="3749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✓ Feature demoable en menos de 5 minutos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Repositorio que se llevan puesto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Todo lo necesario para repetir la sesión o convertirla en proyecto real.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slides/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7180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PowerPoint editable de la sesión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demo/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1800" y="19933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App Vite con datos de ejemplo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.prompts/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27066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Prompts para Spark y Copilot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19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.github/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3419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Copilot instructions + GitHub Pages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session/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4133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Agenda y runbook de demo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5595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gh repo create c4s-scout-speaker-session --public --source=. --remote=origin --push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deja de perseguir oportunidades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Convierte cada C4S en una decisión de producto: detectar, preparar y enviar.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La estrategia speaker no empieza al escribir el abstract.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Empieza cuando tienes un sistema que te avisa dónde merece la pena jugar.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410565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Radar semanal de C4S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20440" y="402336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410565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Biblioteca viva de propuestas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6480" y="402336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410565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Pipeline visible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732520" y="402336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05672" y="410565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Revisión antes del deadline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CTA: fork, adapta y úsalo para tu próxima candidatura.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Devoteam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for Speakers Z: entrena, aplica y conquista el escenario</dc:title>
  <dc:subject>Call for Speakers Z</dc:subject>
  <dc:creator>David Oliva</dc:creator>
  <cp:lastModifiedBy>David Oliva</cp:lastModifiedBy>
  <cp:revision>1</cp:revision>
  <dcterms:created xsi:type="dcterms:W3CDTF">2026-05-03T21:13:07Z</dcterms:created>
  <dcterms:modified xsi:type="dcterms:W3CDTF">2026-05-03T21:13:07Z</dcterms:modified>
</cp:coreProperties>
</file>